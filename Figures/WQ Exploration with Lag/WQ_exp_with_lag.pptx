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A5D5-851B-C84F-20E1-200BDE5520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3ADDC-E320-7A76-8209-DE980E9DF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A3F77-F79A-6286-B7C8-F18B7729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E2AA2-28F9-3083-970E-319A3D6D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8DE60-CF69-8F6B-2D48-F8FC61C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5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7FF1-ECD2-0F60-DC3F-4D81524D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C4E6E-B80C-A210-21B5-565B7EE07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AF2A-48A1-376D-91AA-3689AC8FA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C853D-C731-F398-980F-337FA11E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46243-51BB-83F5-F484-296FFFE6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3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4588-3206-D6BC-08FB-21B04271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8C2F8-4DB4-4C0D-0E29-65D5ABCDC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F7666-386C-5B8D-C872-EA3BB979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51F4F-D748-7F04-8484-1A07EF36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2305E-E366-9CCC-947D-1CEAA86C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2C5E-C66C-D9F4-E15F-5C20D829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8A7A0-2BCD-EF1E-888B-78CC946C7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5CBDE-D872-C497-1327-15EC35782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329D5-D0C4-87E8-64D6-B954AA5B2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89CF1-C173-68E5-054B-C12ED966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8EEF0-43BE-1D86-5765-50BC943C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2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29C5-468C-9596-53CD-8E1DEB09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52DB6-6FBF-0F71-2D09-0347C6CC0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36BE1-F38D-EB34-CEA7-C53E8DED4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26BDF1-13E0-8042-D84D-46BDEEC0E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8A445-9E7B-8215-A5B1-A4D948531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BDE21-E833-8BEF-7A8A-E2C61208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E8AC7-ABBE-3702-D673-4C7AA945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E7843-25A3-5648-0655-896D9556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5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087E-2241-E823-F5A3-5C29A0C5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0D59D-3C4F-4F15-7538-3667E3CE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D9080-E9D4-3604-417F-771A2A91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4821D-DF56-5973-A03E-55E2024D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F287F-230E-CF6B-D922-5772E8CF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30CD0-9793-EABE-A951-D667286D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D041E-1F83-9977-259C-EFA2A02A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7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B7F9-BF62-895C-5C0F-C85E61B7A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86AA0-216D-4B17-2336-936A36C9D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61759-65F2-1B73-404E-4170F1BCE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E50AD-9556-2001-F4D5-D10E07EF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FC052-E2BE-E910-18AE-384CAF1E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0D79-333F-FE67-8553-5C133BEC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2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2B5D-D16E-A64D-B3BE-2101D805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43E71-09D3-76DE-D308-D6BB699E3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5138B-4C40-7AF4-300A-B97D87B7D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7F55F-E59F-4B0F-7980-599BD84C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1D510-CFD9-4855-F3BF-52B3DFEB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13265-FAC3-E1E3-6E05-078F9FED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69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50940-AB07-F5C7-4966-99D9E0B43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2F292-56C5-E719-6EE1-E4E364FCD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7C379-DEC6-6D08-0A0E-C29A7B8C9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F2551-C6FE-2C48-4294-61500661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C712-3BE6-1E17-8498-F20A2AA9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5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75FA6C-C39A-D1DC-588C-E015E4458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3E5E4-1500-259B-CDEA-CF2465C4E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94CBF-1E45-BA07-FDA4-87489334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CACC1-CECF-6AEC-9EAD-BF4A2124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EF28A-34C7-6794-3598-C558C660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7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756A29-5133-1815-88B4-546E8FD1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1A30C-FFCA-FEBA-D2EA-6DF559F1E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334D-F8A2-F4C8-66C5-B41D10E7F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7CA85-81D0-4CB8-8648-C6526E64953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40972-3237-7157-35B9-F39A4CE62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001A-0C07-C522-2568-200744071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414FD-6C3B-4210-8B74-01572F044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3643-8849-DA7C-DB27-D8738007D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Water Quality Data Exploration with Lag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3B0C5-1A48-886C-6DF6-4D7C0D8F4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Berk</a:t>
            </a:r>
          </a:p>
          <a:p>
            <a:r>
              <a:rPr lang="en-US" dirty="0"/>
              <a:t>From </a:t>
            </a:r>
            <a:r>
              <a:rPr lang="en-US" dirty="0" err="1"/>
              <a:t>ABERK_wq_data_</a:t>
            </a:r>
            <a:r>
              <a:rPr lang="en-US" err="1"/>
              <a:t>exploration</a:t>
            </a:r>
            <a:r>
              <a:rPr lang="en-US"/>
              <a:t>.Rmd</a:t>
            </a:r>
          </a:p>
          <a:p>
            <a:r>
              <a:rPr lang="en-US" dirty="0"/>
              <a:t>Last Updated 8/27/25</a:t>
            </a:r>
          </a:p>
        </p:txBody>
      </p:sp>
    </p:spTree>
    <p:extLst>
      <p:ext uri="{BB962C8B-B14F-4D97-AF65-F5344CB8AC3E}">
        <p14:creationId xmlns:p14="http://schemas.microsoft.com/office/powerpoint/2010/main" val="346494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6D7CF-083C-0F0E-DC04-785D018D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45" y="368147"/>
            <a:ext cx="9919430" cy="612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46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A7A728-6084-C709-7D74-E9215E220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99" y="261760"/>
            <a:ext cx="10264202" cy="633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6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23A20-4D59-A1C2-1586-41DB99950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69" y="289513"/>
            <a:ext cx="10174261" cy="627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5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852F2-23E9-B542-1B59-1014BD836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98" y="224756"/>
            <a:ext cx="10384124" cy="640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2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EF649-4631-C0BB-69D8-AD936B9A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76" y="266385"/>
            <a:ext cx="10401525" cy="641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08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08C9B1-C750-6870-8604-5932F0283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17" y="345020"/>
            <a:ext cx="9994380" cy="616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3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E616B-2737-C91C-8DBE-65DA6190D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4" y="206254"/>
            <a:ext cx="10444085" cy="644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8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73BAF2-0FB2-DEEB-3DFB-EA3E1557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86" y="206254"/>
            <a:ext cx="10444084" cy="644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62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F426C5941C634898DECC69F43B1B84" ma:contentTypeVersion="19" ma:contentTypeDescription="Create a new document." ma:contentTypeScope="" ma:versionID="60c32b66aab15ddd96dedd0d00727b31">
  <xsd:schema xmlns:xsd="http://www.w3.org/2001/XMLSchema" xmlns:xs="http://www.w3.org/2001/XMLSchema" xmlns:p="http://schemas.microsoft.com/office/2006/metadata/properties" xmlns:ns1="http://schemas.microsoft.com/sharepoint/v3" xmlns:ns2="a26c063d-e4ab-4c2c-a5f9-3b05989843c6" xmlns:ns3="73166ee1-6b64-49a2-af77-8563fe7cb853" xmlns:ns4="31062a0d-ede8-4112-b4bb-00a9c1bc8e16" targetNamespace="http://schemas.microsoft.com/office/2006/metadata/properties" ma:root="true" ma:fieldsID="5af1b35808a5f3b2dd9f4924c89efa02" ns1:_="" ns2:_="" ns3:_="" ns4:_="">
    <xsd:import namespace="http://schemas.microsoft.com/sharepoint/v3"/>
    <xsd:import namespace="a26c063d-e4ab-4c2c-a5f9-3b05989843c6"/>
    <xsd:import namespace="73166ee1-6b64-49a2-af77-8563fe7cb853"/>
    <xsd:import namespace="31062a0d-ede8-4112-b4bb-00a9c1bc8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c063d-e4ab-4c2c-a5f9-3b0598984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c5df3ad-b4e5-45d1-88c9-23db5f1fe6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66ee1-6b64-49a2-af77-8563fe7cb85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62a0d-ede8-4112-b4bb-00a9c1bc8e16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5171f4bf-df9e-4530-a04f-417f2293f133}" ma:internalName="TaxCatchAll" ma:showField="CatchAllData" ma:web="73166ee1-6b64-49a2-af77-8563fe7cb8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26c063d-e4ab-4c2c-a5f9-3b05989843c6">
      <Terms xmlns="http://schemas.microsoft.com/office/infopath/2007/PartnerControls"/>
    </lcf76f155ced4ddcb4097134ff3c332f>
    <_ip_UnifiedCompliancePolicyProperties xmlns="http://schemas.microsoft.com/sharepoint/v3" xsi:nil="true"/>
    <TaxCatchAll xmlns="31062a0d-ede8-4112-b4bb-00a9c1bc8e16" xsi:nil="true"/>
  </documentManagement>
</p:properties>
</file>

<file path=customXml/itemProps1.xml><?xml version="1.0" encoding="utf-8"?>
<ds:datastoreItem xmlns:ds="http://schemas.openxmlformats.org/officeDocument/2006/customXml" ds:itemID="{BE986AD5-59B1-4D2A-B557-BD9664A74DDE}"/>
</file>

<file path=customXml/itemProps2.xml><?xml version="1.0" encoding="utf-8"?>
<ds:datastoreItem xmlns:ds="http://schemas.openxmlformats.org/officeDocument/2006/customXml" ds:itemID="{7017E90B-438D-441D-8844-8D194CF732F0}"/>
</file>

<file path=customXml/itemProps3.xml><?xml version="1.0" encoding="utf-8"?>
<ds:datastoreItem xmlns:ds="http://schemas.openxmlformats.org/officeDocument/2006/customXml" ds:itemID="{E82317F5-E712-43C7-9A3D-C3B07861158A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Water Quality Data Exploration with Lag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Berk, Alex@Waterboards</dc:creator>
  <cp:lastModifiedBy>Berk, Alex@Waterboards</cp:lastModifiedBy>
  <cp:revision>1</cp:revision>
  <dcterms:created xsi:type="dcterms:W3CDTF">2025-08-27T14:31:18Z</dcterms:created>
  <dcterms:modified xsi:type="dcterms:W3CDTF">2025-08-27T14:36:37Z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0x010100CDF426C5941C634898DECC69F43B1B84</vt:lpwstr>
  </property>
</Properties>
</file>