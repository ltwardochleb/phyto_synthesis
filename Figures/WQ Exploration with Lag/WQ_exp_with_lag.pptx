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58" r:id="rId4"/>
    <p:sldId id="268" r:id="rId5"/>
    <p:sldId id="269" r:id="rId6"/>
    <p:sldId id="270" r:id="rId7"/>
    <p:sldId id="279" r:id="rId8"/>
    <p:sldId id="280" r:id="rId9"/>
    <p:sldId id="285" r:id="rId10"/>
    <p:sldId id="290" r:id="rId11"/>
    <p:sldId id="291" r:id="rId12"/>
    <p:sldId id="296" r:id="rId13"/>
    <p:sldId id="301" r:id="rId14"/>
    <p:sldId id="302" r:id="rId15"/>
    <p:sldId id="304" r:id="rId16"/>
    <p:sldId id="305" r:id="rId17"/>
    <p:sldId id="306" r:id="rId18"/>
    <p:sldId id="307" r:id="rId19"/>
    <p:sldId id="310" r:id="rId20"/>
    <p:sldId id="308" r:id="rId21"/>
    <p:sldId id="30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6FAA9-21D0-1615-AF87-689B5C01E5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AE30D4-62F9-B344-717B-38A6A0141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DCF2C-EB23-6A7C-EAF1-80A2EF36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93A3A-3887-09DF-2F9B-45F8E1A6B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5FDCF-83EE-8802-8285-517536D0E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7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E0703-A611-6F6A-D211-9DC831488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587F3-4E51-485F-FFA2-56C01B5AB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825D9-7AD7-5C28-654E-88985BFE0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4EFA8-C86B-2641-D72B-630422E2C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B7489-FE6D-5FF9-D2E2-B7577C8F2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961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24D5C-3FDB-2978-C91E-4621CB926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F93739-66C6-5BFD-2400-2F03A81036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B0286-9900-0FA6-6654-6D68879C7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D01CC9-E881-2BB8-14B7-8A3CD9F4F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7C09C-2AD7-49F3-4EA1-8F8C191BA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40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C7F95-1F22-1C0C-8AE3-0B6F0181F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EDF7-3003-2062-56C0-A5C3AEB92E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F0064F-EFA0-A19B-EFE8-F1A0CFE5FE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9ABDF8-3183-5071-2F95-EB350DBB9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2E1651-E54D-F28B-4D22-8299E3EE7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B203-08E4-F690-8CD1-5EAE19654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302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37FEE-1033-AB37-54DA-147B2ABD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1AF5-29A2-D4A7-0C13-405F0C1EB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E6FB3A-483F-F1AB-CC48-54C7AC8F3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FCAAB2-6231-ACE6-4704-897F34193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964CE3-5378-1275-7550-DD876B9C85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312E2E-D8B6-3784-03D4-238A26036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393119-4255-43FC-B7C9-44C422E4A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972286-2F32-F1AF-48ED-489EAC90D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570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C52BB-B9BB-2C10-24AD-AAF196F8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FBE7D-D3EA-81F9-189C-84DBE8137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4DD60C-C108-3F42-7270-8717B2E25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D95999-B39F-B162-51B8-FCB5F3790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721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69D126-8D0E-59FB-A7B6-78BCBF626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A044D5-6B3A-5F26-C7B9-C4D252ED3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61D39-4410-A4D8-182D-A8E84355E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809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0F92E-F1E5-1CD4-1F1F-360A46C8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8EE0D-C20E-9077-C703-4ED8F9CDF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0F3D61-739C-D470-2FB1-EA5A2B7563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F18C6-6E9F-1B17-7852-F163C5452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8B03E6-0B6E-C69B-75A0-2DE5EF3E1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1A3100-029E-FF6C-798C-D4DDF8617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429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127FC-ABA0-267A-A20B-59D07E7C3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B42EAE-B72E-2D8E-8FFD-1BE4F27825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5F50DA-0BE9-AA13-D8D1-EB0D719927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A3604-3A88-BBD4-F8C0-2CF4EDA05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4ECEC4-3468-5BDC-6E45-EC87F9281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D943D5-3E1D-E5DD-7E97-0441149D2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89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A3F08-0E69-6775-D32B-FAFC38CC1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5B258A-FE12-9EC2-2178-9DB8BC58C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0E66D-26AF-328A-0E7C-EFFA4776D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CAE325-4428-3CF9-622F-AE454530A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464DDD-8369-A770-CF64-F8A106AA3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8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4E1E6-4728-76D5-61D2-0AAC457049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6A7DA2-ED6A-B939-785C-497F912FB9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D31AA-F300-85D5-1AB4-97B4F73A5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16C8D-1C97-A8C8-AD55-4D78037C1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142EA-3BA9-E742-7809-809F7DFE8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649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107EE4-FF66-F1D7-BF85-44EE0350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ED9F7-8DFE-B6D9-93C3-5A7989736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8E92A-D3A1-296D-BF36-CD0AF15E8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062B16-6337-4A67-9E89-A0A4A3D21F2F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BF0FF-8FEE-3062-A88D-146D3C475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4CECA5-2C29-2CC4-CE40-7D3BAFFEAC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6882B-EDEA-49F1-86AC-CF7DFB1A30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916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054C4-3CC4-4140-8CB9-49A38E70C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WHOLE DELTA</a:t>
            </a:r>
          </a:p>
        </p:txBody>
      </p:sp>
    </p:spTree>
    <p:extLst>
      <p:ext uri="{BB962C8B-B14F-4D97-AF65-F5344CB8AC3E}">
        <p14:creationId xmlns:p14="http://schemas.microsoft.com/office/powerpoint/2010/main" val="3602540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FF8035A-8C8E-0989-51D3-718612509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68" y="137160"/>
            <a:ext cx="10668000" cy="658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59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D80DAC1-D08F-8C77-DBB8-1167D7A6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95" y="137160"/>
            <a:ext cx="10668000" cy="6583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227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4BB9-7589-7540-D09A-77436ADF6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Suisun Marsh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5C9D39-FFAF-589E-98A9-4EADC8B69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28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1B0E117-F5A6-1B30-8886-3F10C4C97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91" y="256891"/>
            <a:ext cx="10279982" cy="634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758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A72DB7-4F51-BE4E-B45A-6476D4900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39" y="248652"/>
            <a:ext cx="10199772" cy="6294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18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20EF4-375A-3C5F-1B94-2E72434A5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Suisun Bay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F0D05-60D3-9986-0327-E3AD41C73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1385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5B3ED5-EA35-7819-9AF9-DCC58B474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02" y="227190"/>
            <a:ext cx="10376235" cy="6403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08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2DD747F-5E6A-C584-237C-CF53C00C7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23" y="280737"/>
            <a:ext cx="10584781" cy="653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695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7BB4-ECEB-1B06-86D7-32928F27C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North Delta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49255F-E5FF-531C-034D-136AA28C87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660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5294120-184A-605B-8BA5-25E9D9F54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13" y="312821"/>
            <a:ext cx="10312066" cy="6364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939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82611C-244B-CC81-44DD-A952D6550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563" y="326193"/>
            <a:ext cx="10055393" cy="6205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642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E5029-6E4E-C53E-EAC2-CFCE114C1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Confluence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74EAD0-EE16-A0F2-02D4-E6C9CF3DC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94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3F9E6CD-8049-8BE0-A522-96F62D401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28" y="365794"/>
            <a:ext cx="9927055" cy="612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918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069F518-CD28-6A51-69AD-5D9845597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13" y="360844"/>
            <a:ext cx="9943098" cy="613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5739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5FD1D-9A77-E00B-3CFE-3F6748B7B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Central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362DA-41F6-39F8-B2E3-480AD39888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863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50C0DB-0E0C-03A2-425C-638CC1FA4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" y="152938"/>
            <a:ext cx="10616866" cy="655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567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7F50F8-6666-BF2D-4782-189975A86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2412"/>
            <a:ext cx="10914147" cy="673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40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45686-E7F8-89CB-3567-A0FAC1DBC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South Delta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07EEF-11D0-2B0D-E6AC-C16D857C8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463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E52FD7-0AA4-1650-4648-5974EC874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12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05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CB594F-A730-82FB-281A-76C6C1122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269"/>
            <a:ext cx="10956758" cy="6761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464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12</Words>
  <Application>Microsoft Office PowerPoint</Application>
  <PresentationFormat>Widescreen</PresentationFormat>
  <Paragraphs>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WHOLE DELTA</vt:lpstr>
      <vt:lpstr>PowerPoint Presentation</vt:lpstr>
      <vt:lpstr>PowerPoint Presentation</vt:lpstr>
      <vt:lpstr>Suisun Marsh</vt:lpstr>
      <vt:lpstr>PowerPoint Presentation</vt:lpstr>
      <vt:lpstr>PowerPoint Presentation</vt:lpstr>
      <vt:lpstr>Suisun Bay</vt:lpstr>
      <vt:lpstr>PowerPoint Presentation</vt:lpstr>
      <vt:lpstr>PowerPoint Presentation</vt:lpstr>
      <vt:lpstr>North Delta</vt:lpstr>
      <vt:lpstr>PowerPoint Presentation</vt:lpstr>
      <vt:lpstr>PowerPoint Presentation</vt:lpstr>
      <vt:lpstr>Confluence</vt:lpstr>
      <vt:lpstr>PowerPoint Presentation</vt:lpstr>
      <vt:lpstr>PowerPoint Presentation</vt:lpstr>
      <vt:lpstr>Central</vt:lpstr>
      <vt:lpstr>PowerPoint Presentation</vt:lpstr>
      <vt:lpstr>PowerPoint Presentation</vt:lpstr>
      <vt:lpstr>South Delta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Berk, Alex@Waterboards</dc:creator>
  <cp:lastModifiedBy>Berk, Alex@Waterboards</cp:lastModifiedBy>
  <cp:revision>1</cp:revision>
  <dcterms:created xsi:type="dcterms:W3CDTF">2025-08-21T15:15:42Z</dcterms:created>
  <dcterms:modified xsi:type="dcterms:W3CDTF">2025-08-21T20:01:45Z</dcterms:modified>
</cp:coreProperties>
</file>