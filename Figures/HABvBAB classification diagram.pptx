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Metadata/LabelInfo.xml" ContentType="application/vnd.ms-office.classificationlabels+xml"/>
  <Override PartName="/ppt/slideLayouts/slideLayout7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7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delli, Schuyler C" userId="3d167b5d-423e-4a93-a7b1-1dfe010d262b" providerId="ADAL" clId="{1D75CE28-C705-440C-8D00-07EE436C4CC8}"/>
    <pc:docChg chg="modSld">
      <pc:chgData name="Nardelli, Schuyler C" userId="3d167b5d-423e-4a93-a7b1-1dfe010d262b" providerId="ADAL" clId="{1D75CE28-C705-440C-8D00-07EE436C4CC8}" dt="2026-08-20T20:57:04.240" v="0" actId="1076"/>
      <pc:docMkLst>
        <pc:docMk/>
      </pc:docMkLst>
      <pc:sldChg chg="modSp mod">
        <pc:chgData name="Nardelli, Schuyler C" userId="3d167b5d-423e-4a93-a7b1-1dfe010d262b" providerId="ADAL" clId="{1D75CE28-C705-440C-8D00-07EE436C4CC8}" dt="2026-08-20T20:57:04.240" v="0" actId="1076"/>
        <pc:sldMkLst>
          <pc:docMk/>
          <pc:sldMk cId="1958794226" sldId="256"/>
        </pc:sldMkLst>
        <pc:spChg chg="mod">
          <ac:chgData name="Nardelli, Schuyler C" userId="3d167b5d-423e-4a93-a7b1-1dfe010d262b" providerId="ADAL" clId="{1D75CE28-C705-440C-8D00-07EE436C4CC8}" dt="2026-08-20T20:57:04.240" v="0" actId="1076"/>
          <ac:spMkLst>
            <pc:docMk/>
            <pc:sldMk cId="1958794226" sldId="256"/>
            <ac:spMk id="4" creationId="{8DFED6F9-0F3A-897A-5C1D-117E0DEB47F6}"/>
          </ac:spMkLst>
        </pc:spChg>
        <pc:spChg chg="mod">
          <ac:chgData name="Nardelli, Schuyler C" userId="3d167b5d-423e-4a93-a7b1-1dfe010d262b" providerId="ADAL" clId="{1D75CE28-C705-440C-8D00-07EE436C4CC8}" dt="2026-08-20T20:57:04.240" v="0" actId="1076"/>
          <ac:spMkLst>
            <pc:docMk/>
            <pc:sldMk cId="1958794226" sldId="256"/>
            <ac:spMk id="7" creationId="{58907E7F-06FE-955C-C320-EA35342652A8}"/>
          </ac:spMkLst>
        </pc:spChg>
        <pc:spChg chg="mod">
          <ac:chgData name="Nardelli, Schuyler C" userId="3d167b5d-423e-4a93-a7b1-1dfe010d262b" providerId="ADAL" clId="{1D75CE28-C705-440C-8D00-07EE436C4CC8}" dt="2026-08-20T20:57:04.240" v="0" actId="1076"/>
          <ac:spMkLst>
            <pc:docMk/>
            <pc:sldMk cId="1958794226" sldId="256"/>
            <ac:spMk id="11" creationId="{CC60AE6F-F64C-8FD2-4F5F-3BDF42A0D54A}"/>
          </ac:spMkLst>
        </pc:spChg>
        <pc:spChg chg="mod">
          <ac:chgData name="Nardelli, Schuyler C" userId="3d167b5d-423e-4a93-a7b1-1dfe010d262b" providerId="ADAL" clId="{1D75CE28-C705-440C-8D00-07EE436C4CC8}" dt="2026-08-20T20:57:04.240" v="0" actId="1076"/>
          <ac:spMkLst>
            <pc:docMk/>
            <pc:sldMk cId="1958794226" sldId="256"/>
            <ac:spMk id="23" creationId="{2FB82319-945E-7844-A187-04E79EB259B9}"/>
          </ac:spMkLst>
        </pc:spChg>
        <pc:spChg chg="mod">
          <ac:chgData name="Nardelli, Schuyler C" userId="3d167b5d-423e-4a93-a7b1-1dfe010d262b" providerId="ADAL" clId="{1D75CE28-C705-440C-8D00-07EE436C4CC8}" dt="2026-08-20T20:57:04.240" v="0" actId="1076"/>
          <ac:spMkLst>
            <pc:docMk/>
            <pc:sldMk cId="1958794226" sldId="256"/>
            <ac:spMk id="35" creationId="{0C34C544-DBEF-1A3D-6864-D7B7AC74EBC5}"/>
          </ac:spMkLst>
        </pc:spChg>
        <pc:spChg chg="mod">
          <ac:chgData name="Nardelli, Schuyler C" userId="3d167b5d-423e-4a93-a7b1-1dfe010d262b" providerId="ADAL" clId="{1D75CE28-C705-440C-8D00-07EE436C4CC8}" dt="2026-08-20T20:57:04.240" v="0" actId="1076"/>
          <ac:spMkLst>
            <pc:docMk/>
            <pc:sldMk cId="1958794226" sldId="256"/>
            <ac:spMk id="37" creationId="{623BE628-42A5-DA35-C010-4455A9C2ED0B}"/>
          </ac:spMkLst>
        </pc:spChg>
        <pc:spChg chg="mod">
          <ac:chgData name="Nardelli, Schuyler C" userId="3d167b5d-423e-4a93-a7b1-1dfe010d262b" providerId="ADAL" clId="{1D75CE28-C705-440C-8D00-07EE436C4CC8}" dt="2026-08-20T20:57:04.240" v="0" actId="1076"/>
          <ac:spMkLst>
            <pc:docMk/>
            <pc:sldMk cId="1958794226" sldId="256"/>
            <ac:spMk id="41" creationId="{58DDCA2D-9C43-68C2-402C-1F0DAA31A77F}"/>
          </ac:spMkLst>
        </pc:spChg>
        <pc:spChg chg="mod">
          <ac:chgData name="Nardelli, Schuyler C" userId="3d167b5d-423e-4a93-a7b1-1dfe010d262b" providerId="ADAL" clId="{1D75CE28-C705-440C-8D00-07EE436C4CC8}" dt="2026-08-20T20:57:04.240" v="0" actId="1076"/>
          <ac:spMkLst>
            <pc:docMk/>
            <pc:sldMk cId="1958794226" sldId="256"/>
            <ac:spMk id="43" creationId="{41BF9AF5-1451-5137-177D-4E7FFE6F84D9}"/>
          </ac:spMkLst>
        </pc:spChg>
        <pc:spChg chg="mod">
          <ac:chgData name="Nardelli, Schuyler C" userId="3d167b5d-423e-4a93-a7b1-1dfe010d262b" providerId="ADAL" clId="{1D75CE28-C705-440C-8D00-07EE436C4CC8}" dt="2026-08-20T20:57:04.240" v="0" actId="1076"/>
          <ac:spMkLst>
            <pc:docMk/>
            <pc:sldMk cId="1958794226" sldId="256"/>
            <ac:spMk id="45" creationId="{FB2A57EA-0A57-204A-0EE9-F9B9B9F61D10}"/>
          </ac:spMkLst>
        </pc:spChg>
        <pc:spChg chg="mod">
          <ac:chgData name="Nardelli, Schuyler C" userId="3d167b5d-423e-4a93-a7b1-1dfe010d262b" providerId="ADAL" clId="{1D75CE28-C705-440C-8D00-07EE436C4CC8}" dt="2026-08-20T20:57:04.240" v="0" actId="1076"/>
          <ac:spMkLst>
            <pc:docMk/>
            <pc:sldMk cId="1958794226" sldId="256"/>
            <ac:spMk id="47" creationId="{9BA798F3-CA46-F718-A03E-16D9160CA05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7697-2FC8-0ECB-90A4-BB66DE923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A9829-B6BC-B444-6DAA-0CDE16382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4AD5D-FE46-CDC7-F3BB-15E2A86E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12036-6D91-4A03-91FF-73C0FE134C5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0D45A-5AC0-6852-25E8-CAB927CA2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51228-FBE4-C7C5-CD60-F8AB88A7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5B5A-B0B0-4D71-9B22-2CF7933C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9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BDEC-FF4B-E28B-B522-C7851F36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A9F53-17D2-6478-DEA6-31585E19E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19A2B-0960-310B-7CC9-9E11ACB95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12036-6D91-4A03-91FF-73C0FE134C5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F2886-5A9C-A0F4-82B1-5F120E96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42A06-04C7-EB08-2FB6-0CE4D6FD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5B5A-B0B0-4D71-9B22-2CF7933C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6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902B-182D-7467-1970-844DD3D5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21CA4-2EBE-E2ED-0429-47A811E80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5C8B3-3851-6930-3E82-C95962EC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12036-6D91-4A03-91FF-73C0FE134C5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2350A-5079-A6D3-6A04-335B76C5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15BAF-8C02-CFA7-3875-950F9FDB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5B5A-B0B0-4D71-9B22-2CF7933C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32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78CA-2E42-AEF4-0A85-9F1F73AC7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5ACE6-2B47-02D0-2159-EE4D534437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EB528-7AC6-20CC-5FE6-FF05B2281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A3AA0-73E0-4178-4AD7-2B3149F0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12036-6D91-4A03-91FF-73C0FE134C5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A47B7-0681-BB7A-9E42-371501111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EE873-0502-96AB-C562-D98E64C18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5B5A-B0B0-4D71-9B22-2CF7933C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3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8E76-E7A6-11A5-B0DE-119222AA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9E477-C42B-DE8D-CE4E-4951163DF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238A7-4B22-CA26-45B3-8F0341FE3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6F824B-4FEE-950D-8CAD-C433780C3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41121-6768-1AD1-C999-6D1EEA291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BEA0B-AF6D-70EE-7443-5CEA243EE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12036-6D91-4A03-91FF-73C0FE134C5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B3B406-A7E6-DF1C-A861-EC8A65473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5ED990-5848-069B-9A89-2AA68D1A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5B5A-B0B0-4D71-9B22-2CF7933C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8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BE7C8-8BEF-08B1-9D0A-F3B4C4860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6041F4-5AED-5A37-58AE-D843B1CDC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12036-6D91-4A03-91FF-73C0FE134C5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0CCD0-F049-64A3-1539-C234F350E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C9BC9F-AE8A-06D4-5105-FA3D6867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5B5A-B0B0-4D71-9B22-2CF7933C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3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584C6-2A57-BEDE-8975-D155548D9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12036-6D91-4A03-91FF-73C0FE134C5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AE523-32DB-4C31-F03D-FEE2D7EC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7B498-E353-CC61-5ABB-3DE601F4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5B5A-B0B0-4D71-9B22-2CF7933C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8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025A-F9E2-65A5-5927-5C77DA2B3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015FA-EF2E-0A9F-415C-2BAD06FEA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77581-38D5-F630-758A-91A0F7687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91E38-E07E-8315-D211-2854E0B98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12036-6D91-4A03-91FF-73C0FE134C5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6AA3F-BA8B-C585-2D97-3BE48568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7803E-61C3-678C-7ECE-406250E85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5B5A-B0B0-4D71-9B22-2CF7933C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5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72E7-66CE-CDC1-9542-E65E75B83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FD3A90-E652-0050-0751-AD078AF72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FF530-005C-F984-67C6-9935D069D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5A5CF-4F7C-EC2B-9561-2A95D584A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12036-6D91-4A03-91FF-73C0FE134C5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B1CF5-6D5D-9A24-5B57-AF4800181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C979B-065F-DE58-7EE1-0197BB581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5B5A-B0B0-4D71-9B22-2CF7933C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72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CD2C-7DFE-3C9A-D395-E1F04667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A4430-3ACE-3319-439F-467484B7A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0904E-205F-C306-D28A-26340855F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12036-6D91-4A03-91FF-73C0FE134C5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16989-9369-7253-7CE6-DAF39ED6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A4857-49A7-6812-CE46-98059AB8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5B5A-B0B0-4D71-9B22-2CF7933C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1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8D3C6-F991-5B50-0974-54C746CE3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88CC0-B471-ED74-96FD-9C5523263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C1DBC-B2EA-DC9B-6D96-ED534C69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12036-6D91-4A03-91FF-73C0FE134C5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04B1B-EE24-CE77-F793-3EDC7C849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60FCC-ECA1-A025-61FE-50125A20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5B5A-B0B0-4D71-9B22-2CF7933C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2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1703EE-787E-5948-3A28-E5C09364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B5A6D-9B28-55CE-C32F-E789A9C86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3C9C6-BF2A-95C1-0AA5-AA0546901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12036-6D91-4A03-91FF-73C0FE134C5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53538-4275-3659-0AE7-954FD22D8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88A6E-3D51-C63D-0F92-2804C2F55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15B5A-B0B0-4D71-9B22-2CF7933C3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4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FED6F9-0F3A-897A-5C1D-117E0DEB47F6}"/>
              </a:ext>
            </a:extLst>
          </p:cNvPr>
          <p:cNvSpPr/>
          <p:nvPr/>
        </p:nvSpPr>
        <p:spPr>
          <a:xfrm>
            <a:off x="3215811" y="2024019"/>
            <a:ext cx="2075380" cy="53424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Sample collected June-October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0A0254-8305-D17C-A43F-8DDB18D8A580}"/>
              </a:ext>
            </a:extLst>
          </p:cNvPr>
          <p:cNvSpPr/>
          <p:nvPr/>
        </p:nvSpPr>
        <p:spPr>
          <a:xfrm>
            <a:off x="7124273" y="2024019"/>
            <a:ext cx="2075380" cy="53424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Sample collected November-May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907E7F-06FE-955C-C320-EA35342652A8}"/>
              </a:ext>
            </a:extLst>
          </p:cNvPr>
          <p:cNvSpPr/>
          <p:nvPr/>
        </p:nvSpPr>
        <p:spPr>
          <a:xfrm>
            <a:off x="2477783" y="2851083"/>
            <a:ext cx="1229475" cy="4006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MVI = 1-2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60AE6F-F64C-8FD2-4F5F-3BDF42A0D54A}"/>
              </a:ext>
            </a:extLst>
          </p:cNvPr>
          <p:cNvSpPr/>
          <p:nvPr/>
        </p:nvSpPr>
        <p:spPr>
          <a:xfrm>
            <a:off x="1708934" y="3547133"/>
            <a:ext cx="1229475" cy="5342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Chl</a:t>
            </a:r>
            <a:r>
              <a:rPr lang="en-US" b="1" dirty="0">
                <a:solidFill>
                  <a:schemeClr val="tx1"/>
                </a:solidFill>
              </a:rPr>
              <a:t> &gt; threshold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B82319-945E-7844-A187-04E79EB259B9}"/>
              </a:ext>
            </a:extLst>
          </p:cNvPr>
          <p:cNvSpPr/>
          <p:nvPr/>
        </p:nvSpPr>
        <p:spPr>
          <a:xfrm>
            <a:off x="1952088" y="4376738"/>
            <a:ext cx="743165" cy="4006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BAB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34C544-DBEF-1A3D-6864-D7B7AC74EBC5}"/>
              </a:ext>
            </a:extLst>
          </p:cNvPr>
          <p:cNvSpPr/>
          <p:nvPr/>
        </p:nvSpPr>
        <p:spPr>
          <a:xfrm>
            <a:off x="4822860" y="2851083"/>
            <a:ext cx="1229476" cy="4006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MVI = 3-5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3BE628-42A5-DA35-C010-4455A9C2ED0B}"/>
              </a:ext>
            </a:extLst>
          </p:cNvPr>
          <p:cNvSpPr/>
          <p:nvPr/>
        </p:nvSpPr>
        <p:spPr>
          <a:xfrm>
            <a:off x="3143889" y="3547133"/>
            <a:ext cx="1229475" cy="5342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Chl</a:t>
            </a:r>
            <a:r>
              <a:rPr lang="en-US" b="1" dirty="0">
                <a:solidFill>
                  <a:schemeClr val="tx1"/>
                </a:solidFill>
              </a:rPr>
              <a:t> &lt; threshold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BE5893-106F-6B12-2610-685162B77594}"/>
              </a:ext>
            </a:extLst>
          </p:cNvPr>
          <p:cNvSpPr/>
          <p:nvPr/>
        </p:nvSpPr>
        <p:spPr>
          <a:xfrm>
            <a:off x="6655085" y="3547134"/>
            <a:ext cx="1229475" cy="5342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Chl</a:t>
            </a:r>
            <a:r>
              <a:rPr lang="en-US" b="1" dirty="0">
                <a:solidFill>
                  <a:schemeClr val="tx1"/>
                </a:solidFill>
              </a:rPr>
              <a:t> &gt; threshold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DDCA2D-9C43-68C2-402C-1F0DAA31A77F}"/>
              </a:ext>
            </a:extLst>
          </p:cNvPr>
          <p:cNvSpPr/>
          <p:nvPr/>
        </p:nvSpPr>
        <p:spPr>
          <a:xfrm>
            <a:off x="8482172" y="3531702"/>
            <a:ext cx="1229475" cy="5342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Chl</a:t>
            </a:r>
            <a:r>
              <a:rPr lang="en-US" b="1" dirty="0">
                <a:solidFill>
                  <a:schemeClr val="tx1"/>
                </a:solidFill>
              </a:rPr>
              <a:t> &lt; threshold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1BF9AF5-1451-5137-177D-4E7FFE6F84D9}"/>
              </a:ext>
            </a:extLst>
          </p:cNvPr>
          <p:cNvSpPr/>
          <p:nvPr/>
        </p:nvSpPr>
        <p:spPr>
          <a:xfrm>
            <a:off x="3143888" y="4397304"/>
            <a:ext cx="1229475" cy="4006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No bloom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B2A57EA-0A57-204A-0EE9-F9B9B9F61D10}"/>
              </a:ext>
            </a:extLst>
          </p:cNvPr>
          <p:cNvSpPr/>
          <p:nvPr/>
        </p:nvSpPr>
        <p:spPr>
          <a:xfrm>
            <a:off x="5111820" y="4425594"/>
            <a:ext cx="657541" cy="4006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HAB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A798F3-CA46-F718-A03E-16D9160CA058}"/>
              </a:ext>
            </a:extLst>
          </p:cNvPr>
          <p:cNvSpPr/>
          <p:nvPr/>
        </p:nvSpPr>
        <p:spPr>
          <a:xfrm>
            <a:off x="8482171" y="4376739"/>
            <a:ext cx="1229476" cy="4006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No bloom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982A22-15BB-D038-A52A-DB5604A5803D}"/>
              </a:ext>
            </a:extLst>
          </p:cNvPr>
          <p:cNvSpPr/>
          <p:nvPr/>
        </p:nvSpPr>
        <p:spPr>
          <a:xfrm>
            <a:off x="6898239" y="4397305"/>
            <a:ext cx="743165" cy="4006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BAB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A90A9A-6D48-E4E3-3D29-E1A366780EEF}"/>
              </a:ext>
            </a:extLst>
          </p:cNvPr>
          <p:cNvCxnSpPr>
            <a:cxnSpLocks/>
          </p:cNvCxnSpPr>
          <p:nvPr/>
        </p:nvCxnSpPr>
        <p:spPr>
          <a:xfrm flipH="1">
            <a:off x="3215811" y="2609637"/>
            <a:ext cx="215757" cy="2106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93615A8-155C-7219-DA73-C4337A050513}"/>
              </a:ext>
            </a:extLst>
          </p:cNvPr>
          <p:cNvCxnSpPr>
            <a:cxnSpLocks/>
          </p:cNvCxnSpPr>
          <p:nvPr/>
        </p:nvCxnSpPr>
        <p:spPr>
          <a:xfrm flipH="1">
            <a:off x="2477783" y="3294142"/>
            <a:ext cx="215757" cy="2106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F6481E0-443D-6EDE-08D6-6C6FD4442BC4}"/>
              </a:ext>
            </a:extLst>
          </p:cNvPr>
          <p:cNvCxnSpPr>
            <a:cxnSpLocks/>
          </p:cNvCxnSpPr>
          <p:nvPr/>
        </p:nvCxnSpPr>
        <p:spPr>
          <a:xfrm>
            <a:off x="5073714" y="2609637"/>
            <a:ext cx="196929" cy="2106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CA5267B-F4E8-01A0-1C40-0CAB8FC42462}"/>
              </a:ext>
            </a:extLst>
          </p:cNvPr>
          <p:cNvCxnSpPr>
            <a:cxnSpLocks/>
          </p:cNvCxnSpPr>
          <p:nvPr/>
        </p:nvCxnSpPr>
        <p:spPr>
          <a:xfrm>
            <a:off x="3479507" y="3298012"/>
            <a:ext cx="196929" cy="2106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22F0587-65D4-E12A-AFA2-52FFE222C36C}"/>
              </a:ext>
            </a:extLst>
          </p:cNvPr>
          <p:cNvCxnSpPr>
            <a:cxnSpLocks/>
          </p:cNvCxnSpPr>
          <p:nvPr/>
        </p:nvCxnSpPr>
        <p:spPr>
          <a:xfrm flipH="1">
            <a:off x="2323669" y="4081380"/>
            <a:ext cx="1" cy="2953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B643792-3110-178D-F1D9-AF773ADF9331}"/>
              </a:ext>
            </a:extLst>
          </p:cNvPr>
          <p:cNvCxnSpPr>
            <a:cxnSpLocks/>
          </p:cNvCxnSpPr>
          <p:nvPr/>
        </p:nvCxnSpPr>
        <p:spPr>
          <a:xfrm flipH="1">
            <a:off x="3758625" y="4091654"/>
            <a:ext cx="1" cy="2953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EFDD86C-8F9B-9BD8-4217-5DB02AA61E90}"/>
              </a:ext>
            </a:extLst>
          </p:cNvPr>
          <p:cNvCxnSpPr>
            <a:cxnSpLocks/>
          </p:cNvCxnSpPr>
          <p:nvPr/>
        </p:nvCxnSpPr>
        <p:spPr>
          <a:xfrm flipH="1">
            <a:off x="7269820" y="4089087"/>
            <a:ext cx="1" cy="2953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BAF541E-3E8F-79B7-14F8-C4807E42B206}"/>
              </a:ext>
            </a:extLst>
          </p:cNvPr>
          <p:cNvCxnSpPr>
            <a:cxnSpLocks/>
          </p:cNvCxnSpPr>
          <p:nvPr/>
        </p:nvCxnSpPr>
        <p:spPr>
          <a:xfrm flipH="1">
            <a:off x="9096908" y="4083875"/>
            <a:ext cx="1" cy="2953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F7FD59E-E31F-7742-FA33-53A39F26A0BF}"/>
              </a:ext>
            </a:extLst>
          </p:cNvPr>
          <p:cNvCxnSpPr>
            <a:cxnSpLocks/>
          </p:cNvCxnSpPr>
          <p:nvPr/>
        </p:nvCxnSpPr>
        <p:spPr>
          <a:xfrm flipH="1">
            <a:off x="7269820" y="2624394"/>
            <a:ext cx="371584" cy="8566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2033C17-33D8-155D-EB00-DF20CD103C58}"/>
              </a:ext>
            </a:extLst>
          </p:cNvPr>
          <p:cNvCxnSpPr>
            <a:cxnSpLocks/>
          </p:cNvCxnSpPr>
          <p:nvPr/>
        </p:nvCxnSpPr>
        <p:spPr>
          <a:xfrm>
            <a:off x="8742450" y="2623124"/>
            <a:ext cx="354458" cy="8578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FEC295F-2BEB-59D9-0A4B-484F5772F3AE}"/>
              </a:ext>
            </a:extLst>
          </p:cNvPr>
          <p:cNvCxnSpPr>
            <a:cxnSpLocks/>
            <a:stCxn id="35" idx="2"/>
            <a:endCxn id="45" idx="0"/>
          </p:cNvCxnSpPr>
          <p:nvPr/>
        </p:nvCxnSpPr>
        <p:spPr>
          <a:xfrm>
            <a:off x="5437598" y="3251775"/>
            <a:ext cx="2993" cy="11738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794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F426C5941C634898DECC69F43B1B84" ma:contentTypeVersion="19" ma:contentTypeDescription="Create a new document." ma:contentTypeScope="" ma:versionID="60c32b66aab15ddd96dedd0d00727b31">
  <xsd:schema xmlns:xsd="http://www.w3.org/2001/XMLSchema" xmlns:xs="http://www.w3.org/2001/XMLSchema" xmlns:p="http://schemas.microsoft.com/office/2006/metadata/properties" xmlns:ns1="http://schemas.microsoft.com/sharepoint/v3" xmlns:ns2="a26c063d-e4ab-4c2c-a5f9-3b05989843c6" xmlns:ns3="73166ee1-6b64-49a2-af77-8563fe7cb853" xmlns:ns4="31062a0d-ede8-4112-b4bb-00a9c1bc8e16" targetNamespace="http://schemas.microsoft.com/office/2006/metadata/properties" ma:root="true" ma:fieldsID="5af1b35808a5f3b2dd9f4924c89efa02" ns1:_="" ns2:_="" ns3:_="" ns4:_="">
    <xsd:import namespace="http://schemas.microsoft.com/sharepoint/v3"/>
    <xsd:import namespace="a26c063d-e4ab-4c2c-a5f9-3b05989843c6"/>
    <xsd:import namespace="73166ee1-6b64-49a2-af77-8563fe7cb853"/>
    <xsd:import namespace="31062a0d-ede8-4112-b4bb-00a9c1bc8e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6c063d-e4ab-4c2c-a5f9-3b05989843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c5df3ad-b4e5-45d1-88c9-23db5f1fe6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166ee1-6b64-49a2-af77-8563fe7cb85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062a0d-ede8-4112-b4bb-00a9c1bc8e16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5171f4bf-df9e-4530-a04f-417f2293f133}" ma:internalName="TaxCatchAll" ma:showField="CatchAllData" ma:web="73166ee1-6b64-49a2-af77-8563fe7cb8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26c063d-e4ab-4c2c-a5f9-3b05989843c6">
      <Terms xmlns="http://schemas.microsoft.com/office/infopath/2007/PartnerControls"/>
    </lcf76f155ced4ddcb4097134ff3c332f>
    <_ip_UnifiedCompliancePolicyProperties xmlns="http://schemas.microsoft.com/sharepoint/v3" xsi:nil="true"/>
    <TaxCatchAll xmlns="31062a0d-ede8-4112-b4bb-00a9c1bc8e16" xsi:nil="true"/>
  </documentManagement>
</p:properties>
</file>

<file path=customXml/itemProps1.xml><?xml version="1.0" encoding="utf-8"?>
<ds:datastoreItem xmlns:ds="http://schemas.openxmlformats.org/officeDocument/2006/customXml" ds:itemID="{015FA662-4A63-44F4-A9CB-163A14C00362}"/>
</file>

<file path=customXml/itemProps2.xml><?xml version="1.0" encoding="utf-8"?>
<ds:datastoreItem xmlns:ds="http://schemas.openxmlformats.org/officeDocument/2006/customXml" ds:itemID="{DA0DC570-ED5E-4530-BDB7-8DB540BB0AB5}"/>
</file>

<file path=customXml/itemProps3.xml><?xml version="1.0" encoding="utf-8"?>
<ds:datastoreItem xmlns:ds="http://schemas.openxmlformats.org/officeDocument/2006/customXml" ds:itemID="{440056D1-7AD6-44DA-80BF-FAD5A55ACB49}"/>
</file>

<file path=docMetadata/LabelInfo.xml><?xml version="1.0" encoding="utf-8"?>
<clbl:labelList xmlns:clbl="http://schemas.microsoft.com/office/2020/mipLabelMetadata">
  <clbl:label id="{6dd02d64-b7f3-43f7-a145-cfd68d338edf}" enabled="1" method="Standard" siteId="{0693b5ba-4b18-4d7b-9341-f32f400a549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Department of the Interior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Nardelli, Schuyler C</dc:creator>
  <cp:lastModifiedBy>Nardelli, Schuyler C</cp:lastModifiedBy>
  <cp:revision>1</cp:revision>
  <dcterms:created xsi:type="dcterms:W3CDTF">2026-08-20T20:56:55Z</dcterms:created>
  <dcterms:modified xsi:type="dcterms:W3CDTF">2026-08-20T20:57:05Z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0x010100CDF426C5941C634898DECC69F43B1B84</vt:lpwstr>
  </property>
</Properties>
</file>